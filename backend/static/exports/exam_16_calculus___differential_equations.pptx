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 Notes:</a:t>
            </a:r>
          </a:p>
          <a:p>
            <a:r>
              <a:t>- Allocated Marks: 6</a:t>
            </a:r>
          </a:p>
          <a:p>
            <a:r>
              <a:t>- Subject: Mathematics</a:t>
            </a:r>
          </a:p>
          <a:p>
            <a:r>
              <a:t>- Text: Find the general solution to the first-order linear differential equation: (dy / dx) + 2xy = x e^{-x²}.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2 Notes:</a:t>
            </a:r>
          </a:p>
          <a:p>
            <a:r>
              <a:t>- Allocated Marks: 7</a:t>
            </a:r>
          </a:p>
          <a:p>
            <a:r>
              <a:t>- Subject: Mathematics</a:t>
            </a:r>
          </a:p>
          <a:p>
            <a:r>
              <a:t>- Text: Compute the Jacobian matrix for the vector-valued function f(x,y,z) = (x² y, sin(yz), e^{x+z}).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3 Notes:</a:t>
            </a:r>
          </a:p>
          <a:p>
            <a:r>
              <a:t>- Allocated Marks: 8</a:t>
            </a:r>
          </a:p>
          <a:p>
            <a:r>
              <a:t>- Subject: Mathematics</a:t>
            </a:r>
          </a:p>
          <a:p>
            <a:r>
              <a:t>- Text: Evaluate the line integral ∫_C (x² + y²) ds where C is the semicircle x² + y² = 4 from (2,0) to (-2,0).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4 Notes:</a:t>
            </a:r>
          </a:p>
          <a:p>
            <a:r>
              <a:t>- Allocated Marks: 7</a:t>
            </a:r>
          </a:p>
          <a:p>
            <a:r>
              <a:t>- Subject: Mathematics</a:t>
            </a:r>
          </a:p>
          <a:p>
            <a:r>
              <a:t>- Text: Solve the exact differential equation: (2xy + y³)dx + (x² + 3xy²)dy = 0.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5 Notes:</a:t>
            </a:r>
          </a:p>
          <a:p>
            <a:r>
              <a:t>- Allocated Marks: 8</a:t>
            </a:r>
          </a:p>
          <a:p>
            <a:r>
              <a:t>- Subject: Mathematics</a:t>
            </a:r>
          </a:p>
          <a:p>
            <a:r>
              <a:t>- Text: Find the critical points of f(x,y) = x³ + y³ - 3xy and classify them as local maxima, minima or saddle points.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6 Notes:</a:t>
            </a:r>
          </a:p>
          <a:p>
            <a:r>
              <a:t>- Allocated Marks: 6</a:t>
            </a:r>
          </a:p>
          <a:p>
            <a:r>
              <a:t>- Subject: Mathematics</a:t>
            </a:r>
          </a:p>
          <a:p>
            <a:r>
              <a:t>- Text: Determine the radius of convergence for the power series: ∑_{n=1}^∞ ((2x-3)ⁿ / n 5ⁿ).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7 Notes:</a:t>
            </a:r>
          </a:p>
          <a:p>
            <a:r>
              <a:t>- Allocated Marks: 7</a:t>
            </a:r>
          </a:p>
          <a:p>
            <a:r>
              <a:t>- Subject: Mathematics</a:t>
            </a:r>
          </a:p>
          <a:p>
            <a:r>
              <a:t>- Text: Solve the Bernoulli equation: (dy / dx) + (y / x) = x² y³.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8 Notes:</a:t>
            </a:r>
          </a:p>
          <a:p>
            <a:r>
              <a:t>- Allocated Marks: 8</a:t>
            </a:r>
          </a:p>
          <a:p>
            <a:r>
              <a:t>- Subject: Mathematics</a:t>
            </a:r>
          </a:p>
          <a:p>
            <a:r>
              <a:t>- Text: Compute the flux of F = (x², y², z²) across the surface of the unit cube [0,1]³.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9 Notes:</a:t>
            </a:r>
          </a:p>
          <a:p>
            <a:r>
              <a:t>- Allocated Marks: 7</a:t>
            </a:r>
          </a:p>
          <a:p>
            <a:r>
              <a:t>- Subject: Mathematics</a:t>
            </a:r>
          </a:p>
          <a:p>
            <a:r>
              <a:t>- Text: Find the general solution to the second-order ODE: y'' - 4y' + 4y = e^{2x} cos x.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10 Notes:</a:t>
            </a:r>
          </a:p>
          <a:p>
            <a:r>
              <a:t>- Allocated Marks: 7</a:t>
            </a:r>
          </a:p>
          <a:p>
            <a:r>
              <a:t>- Subject: Mathematics</a:t>
            </a:r>
          </a:p>
          <a:p>
            <a:r>
              <a:t>- Text: Evaluate the triple integral ∭_E z dV where E is bounded by the planes x=0, y=0, z=0 and x+y+z=1.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11 Notes:</a:t>
            </a:r>
          </a:p>
          <a:p>
            <a:r>
              <a:t>- Allocated Marks: 6</a:t>
            </a:r>
          </a:p>
          <a:p>
            <a:r>
              <a:t>- Subject: Mathematics</a:t>
            </a:r>
          </a:p>
          <a:p>
            <a:r>
              <a:t>- Text: Solve the initial value problem: y' = (x² / y(1+x³)) with y(0) = 2.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12 Notes:</a:t>
            </a:r>
          </a:p>
          <a:p>
            <a:r>
              <a:t>- Allocated Marks: 7</a:t>
            </a:r>
          </a:p>
          <a:p>
            <a:r>
              <a:t>- Subject: Mathematics</a:t>
            </a:r>
          </a:p>
          <a:p>
            <a:r>
              <a:t>- Text: Find the Fourier series representation of f(x) = x² on the interval [-π, π].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13 Notes:</a:t>
            </a:r>
          </a:p>
          <a:p>
            <a:r>
              <a:t>- Allocated Marks: 8</a:t>
            </a:r>
          </a:p>
          <a:p>
            <a:r>
              <a:t>- Subject: Mathematics</a:t>
            </a:r>
          </a:p>
          <a:p>
            <a:r>
              <a:t>- Text: Use Green's Theorem to evaluate ∮_C (y² dx + x² dy) where C is the boundary of the region between y = x² and y = x.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14 Notes:</a:t>
            </a:r>
          </a:p>
          <a:p>
            <a:r>
              <a:t>- Allocated Marks: 7</a:t>
            </a:r>
          </a:p>
          <a:p>
            <a:r>
              <a:t>- Subject: Mathematics</a:t>
            </a:r>
          </a:p>
          <a:p>
            <a:r>
              <a:t>- Text: Solve the system of differential equations: (dx / dt) = 2x - y, (dy / dt) = x + 2y with initial conditions x(0) = 1, y(0) = 0.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15 Notes:</a:t>
            </a:r>
          </a:p>
          <a:p>
            <a:r>
              <a:t>- Allocated Marks: 8</a:t>
            </a:r>
          </a:p>
          <a:p>
            <a:r>
              <a:t>- Subject: Mathematics</a:t>
            </a:r>
          </a:p>
          <a:p>
            <a:r>
              <a:t>- Text: Find the Laplace transform of f(t) = t² sin(3t) and use it to solve y'' + 4y = t² sin(3t) with y(0) = y'(0) = 0.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926080" cy="438912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CALCULUS &amp; DIFFERENTIAL EQUATIONS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Official University / Board Level Comprehensive Examination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🏆  Total Max Marks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100 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📝  Question Count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15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⏱️  Duration / Time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 Hours (180 Mins)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📋 CANDIDATE GENERAL INSTRUCTIONS: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1. All questions are compulsory unless specified otherwise. Marks are indicated against each question.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2. For mathematical &amp; scientific problems, show complete step-by-step derivations, calculations, and state appropriate units.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3. For humanities &amp; history questions, provide structured source analysis, contextual evidence, and critical reasoning.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4. Neat, labeled diagrams and plots must be provided wherever 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 of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 Blueprint &amp; Questions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698480" cy="7022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217920"/>
                <a:gridCol w="164592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 #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Topic / Problem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Allocated 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Visual Diagram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Find the general solution to the first-order linear differential equation: (dy / dx) + 2xy...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6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Compute the Jacobian matrix for the vector-valued function f(x,y,z) = (x² y, sin(yz), e^{x...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7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Evaluate the line integral ∫_C (x² + y²) ds where C is the semicircle x² + y² = 4 from (2,...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8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Yes (Matplotlib)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exact differential equation: (2xy + y³)dx + (x² + 3xy²)dy = 0.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7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Find the critical points of f(x,y) = x³ + y³ - 3xy and classify them as local maxima, mini...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8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Yes (Matplotlib)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Determine the radius of convergence for the power series: ∑_{n=1}^∞ ((2x-3)ⁿ / n 5ⁿ).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6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Bernoulli equation: (dy / dx) + (y / x) = x² y³.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7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Compute the flux of F = (x², y², z²) across the surface of the unit cube [0,1]³.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8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Find the general solution to the second-order ODE: y'' - 4y' + 4y = e^{2x} cos 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7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Evaluate the triple integral ∭_E z dV where E is bounded by the planes x=0, y=0, z=0 and x...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7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initial value problem: y' = (x² / y(1+x³)) with y(0) = 2.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6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Find the Fourier series representation of f(x) = x² on the interval [-π, π].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7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Use Green's Theorem to evaluate ∮_C (y² dx + x² dy) where C is the boundary of the region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8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system of differential equations: (dx / dt) = 2x - y, (dy / dt) = x + 2y with in...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7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Find the Laplace transform of f(t) = t² sin(3t) and use it to solve y'' + 4y = t² sin(3t)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8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2 of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  [6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Find the general solution to the first-order linear differential equation: (dy / dx) + 2xy = x e^{-x²}.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6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3 of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2  [7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Compute the Jacobian matrix for the vector-valued function f(x,y,z) = (x² y, sin(yz), e^{x+z}).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7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4 of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3  [8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21792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40AF"/>
                </a:solidFill>
                <a:latin typeface="Arial"/>
              </a:defRPr>
            </a:pPr>
            <a:r>
              <a:t>PROBLEM STATEMENT:</a:t>
            </a:r>
          </a:p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Evaluate the line integral ∫_C (x² + y²) ds where C is the semicircle x² + y² = 4 from (2,0) to (-2,0).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25880"/>
            <a:ext cx="42062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ot_d8bb5afb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08760"/>
            <a:ext cx="3840480" cy="26288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56235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Arial"/>
              </a:defRPr>
            </a:pPr>
            <a:r>
              <a:t>Figure 3: Scientific Plot / Diagram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5 of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4  [7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exact differential equation: (2xy + y³)dx + (x² + 3xy²)dy =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7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6 of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5  [8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21792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40AF"/>
                </a:solidFill>
                <a:latin typeface="Arial"/>
              </a:defRPr>
            </a:pPr>
            <a:r>
              <a:t>PROBLEM STATEMENT:</a:t>
            </a:r>
          </a:p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Find the critical points of f(x,y) = x³ + y³ - 3xy and classify them as local maxima, minima or saddle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25880"/>
            <a:ext cx="42062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ot_cc638eb4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08760"/>
            <a:ext cx="3840480" cy="39108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56235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Arial"/>
              </a:defRPr>
            </a:pPr>
            <a:r>
              <a:t>Figure 5: Scientific Plot / Diagram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7 of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6  [6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Determine the radius of convergence for the power series: ∑_{n=1}^∞ ((2x-3)ⁿ / n 5ⁿ).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6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8 of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7  [7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Bernoulli equation: (dy / dx) + (y / x) = x² y³.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7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9 of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8  [8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Compute the flux of F = (x², y², z²) across the surface of the unit cube [0,1]³.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8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10 of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9  [7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Find the general solution to the second-order ODE: y'' - 4y' + 4y = e^{2x} cos 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7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11 of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10  [7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Evaluate the triple integral ∭_E z dV where E is bounded by the planes x=0, y=0, z=0 and x+y+z=1.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7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12 of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11  [6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initial value problem: y' = (x² / y(1+x³)) with y(0) =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6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13 of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12  [7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Find the Fourier series representation of f(x) = x² on the interval [-π, π].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7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14 of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13  [8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Use Green's Theorem to evaluate ∮_C (y² dx + x² dy) where C is the boundary of the region between y = x² and y = 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8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15 of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14  [7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system of differential equations: (dx / dt) = 2x - y, (dy / dt) = x + 2y with initial conditions x(0) = 1, y(0) =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7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16 of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15  [8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Find the Laplace transform of f(t) = t² sin(3t) and use it to solve y'' + 4y = t² sin(3t) with y(0) = y'(0) =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8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17 of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Examiner Marking Scheme &amp; Rubric Guidelines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GRADING RUBRIC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STANDARDIZED EVALUATION CHECKLIST &amp; MARK DISTRIBUTION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Conceptual Understanding &amp; Formulation (30%)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Correct identification of applicable theorems, formulas, historical events, or core principles.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Methodological Execution &amp; Working Steps (40%)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Logical sequence of derivations, intermediate algebraic steps, balanced chemical reactions, or source analysis.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Accuracy &amp; Final Solution (20%)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Precise numerical results, correct physical units, or coherent synthesis of concluding arguments.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Diagrams, Notation &amp; Presentation (10%)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Neatness, accurate diagram labeling, standard mathematical/scientific notation, and clarity.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18 of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