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1 Notes:</a:t>
            </a:r>
          </a:p>
          <a:p>
            <a:r>
              <a:t>- Allocated Marks: 5</a:t>
            </a:r>
          </a:p>
          <a:p>
            <a:r>
              <a:t>- Subject: Mathematics</a:t>
            </a:r>
          </a:p>
          <a:p>
            <a:r>
              <a:t>- Text: Find the general solution to the first-order linear differential equation: (dy / dx) + 2xy = x e^{-x²}.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2 Notes:</a:t>
            </a:r>
          </a:p>
          <a:p>
            <a:r>
              <a:t>- Allocated Marks: 5</a:t>
            </a:r>
          </a:p>
          <a:p>
            <a:r>
              <a:t>- Subject: Mathematics</a:t>
            </a:r>
          </a:p>
          <a:p>
            <a:r>
              <a:t>- Text: Compute the directional derivative of f(x,y,z) = x² y + y² z at point (1,2,3) in the direction of v = (1,1,1).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3 Notes:</a:t>
            </a:r>
          </a:p>
          <a:p>
            <a:r>
              <a:t>- Allocated Marks: 5</a:t>
            </a:r>
          </a:p>
          <a:p>
            <a:r>
              <a:t>- Subject: Mathematics</a:t>
            </a:r>
          </a:p>
          <a:p>
            <a:r>
              <a:t>- Text: Solve the exact differential equation: (2xy + y³)dx + (x² + 3xy²)dy = 0.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4 Notes:</a:t>
            </a:r>
          </a:p>
          <a:p>
            <a:r>
              <a:t>- Allocated Marks: 5</a:t>
            </a:r>
          </a:p>
          <a:p>
            <a:r>
              <a:t>- Subject: Mathematics</a:t>
            </a:r>
          </a:p>
          <a:p>
            <a:r>
              <a:t>- Text: Find the critical points of f(x,y) = x³ + y³ - 3xy and classify them as maxima, minima or saddle points.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5 Notes:</a:t>
            </a:r>
          </a:p>
          <a:p>
            <a:r>
              <a:t>- Allocated Marks: 5</a:t>
            </a:r>
          </a:p>
          <a:p>
            <a:r>
              <a:t>- Subject: Mathematics</a:t>
            </a:r>
          </a:p>
          <a:p>
            <a:r>
              <a:t>- Text: Compute the line integral ∫_C (x² + y²)ds where C is the right half of the unit circle x² + y² = 1 traversed counterclockwise.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6 Notes:</a:t>
            </a:r>
          </a:p>
          <a:p>
            <a:r>
              <a:t>- Allocated Marks: 5</a:t>
            </a:r>
          </a:p>
          <a:p>
            <a:r>
              <a:t>- Subject: Mathematics</a:t>
            </a:r>
          </a:p>
          <a:p>
            <a:r>
              <a:t>- Text: Solve the Bernoulli equation: (dy / dx) + (y / x) = x² y³.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7 Notes:</a:t>
            </a:r>
          </a:p>
          <a:p>
            <a:r>
              <a:t>- Allocated Marks: 5</a:t>
            </a:r>
          </a:p>
          <a:p>
            <a:r>
              <a:t>- Subject: Mathematics</a:t>
            </a:r>
          </a:p>
          <a:p>
            <a:r>
              <a:t>- Text: Find the Fourier series representation of f(x) = x on the interval -π &lt; x &lt; π.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8 Notes:</a:t>
            </a:r>
          </a:p>
          <a:p>
            <a:r>
              <a:t>- Allocated Marks: 5</a:t>
            </a:r>
          </a:p>
          <a:p>
            <a:r>
              <a:t>- Subject: Mathematics</a:t>
            </a:r>
          </a:p>
          <a:p>
            <a:r>
              <a:t>- Text: Compute the surface integral ∬_S (x² + y²)dS where S is the surface z = √(x² + y²) for 0 ≤ z ≤ 1.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9 Notes:</a:t>
            </a:r>
          </a:p>
          <a:p>
            <a:r>
              <a:t>- Allocated Marks: 5</a:t>
            </a:r>
          </a:p>
          <a:p>
            <a:r>
              <a:t>- Subject: Mathematics</a:t>
            </a:r>
          </a:p>
          <a:p>
            <a:r>
              <a:t>- Text: Solve the initial value problem: y'' + 4y' + 4y = e^{-2x}, y(0) = 1, y'(0) = 0.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10 Notes:</a:t>
            </a:r>
          </a:p>
          <a:p>
            <a:r>
              <a:t>- Allocated Marks: 5</a:t>
            </a:r>
          </a:p>
          <a:p>
            <a:r>
              <a:t>- Subject: Mathematics</a:t>
            </a:r>
          </a:p>
          <a:p>
            <a:r>
              <a:t>- Text: Find the general solution to the system of differential equations: (dx / dt) = 2x + y, (dy / dt) = -x + 4y.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11 Notes:</a:t>
            </a:r>
          </a:p>
          <a:p>
            <a:r>
              <a:t>- Allocated Marks: 5</a:t>
            </a:r>
          </a:p>
          <a:p>
            <a:r>
              <a:t>- Subject: Mathematics</a:t>
            </a:r>
          </a:p>
          <a:p>
            <a:r>
              <a:t>- Text: Compute the divergence and curl of the vector field F = (x² y, y² z, z² x).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12 Notes:</a:t>
            </a:r>
          </a:p>
          <a:p>
            <a:r>
              <a:t>- Allocated Marks: 5</a:t>
            </a:r>
          </a:p>
          <a:p>
            <a:r>
              <a:t>- Subject: Mathematics</a:t>
            </a:r>
          </a:p>
          <a:p>
            <a:r>
              <a:t>- Text: Solve the partial differential equation: (∂ u / ∂ t) = k (∂² u / ∂ x²) with boundary conditions u(0,t) = u(L,t) = 0 and initial condition u(x,0) = f(x).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13 Notes:</a:t>
            </a:r>
          </a:p>
          <a:p>
            <a:r>
              <a:t>- Allocated Marks: 5</a:t>
            </a:r>
          </a:p>
          <a:p>
            <a:r>
              <a:t>- Subject: Mathematics</a:t>
            </a:r>
          </a:p>
          <a:p>
            <a:r>
              <a:t>- Text: Find the Laplace transform of f(t) = t² sin(3t).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14 Notes:</a:t>
            </a:r>
          </a:p>
          <a:p>
            <a:r>
              <a:t>- Allocated Marks: 5</a:t>
            </a:r>
          </a:p>
          <a:p>
            <a:r>
              <a:t>- Subject: Mathematics</a:t>
            </a:r>
          </a:p>
          <a:p>
            <a:r>
              <a:t>- Text: Compute the volume integral ∭_V (x² + y² + z²) dV where V is the unit sphere x² + y² + z² ≤ 1.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15 Notes:</a:t>
            </a:r>
          </a:p>
          <a:p>
            <a:r>
              <a:t>- Allocated Marks: 5</a:t>
            </a:r>
          </a:p>
          <a:p>
            <a:r>
              <a:t>- Subject: Mathematics</a:t>
            </a:r>
          </a:p>
          <a:p>
            <a:r>
              <a:t>- Text: Solve the Cauchy-Euler equation: x² y'' - 3xy' + 4y = 0.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16 Notes:</a:t>
            </a:r>
          </a:p>
          <a:p>
            <a:r>
              <a:t>- Allocated Marks: 5</a:t>
            </a:r>
          </a:p>
          <a:p>
            <a:r>
              <a:t>- Subject: Mathematics</a:t>
            </a:r>
          </a:p>
          <a:p>
            <a:r>
              <a:t>- Text: Find the Green's function for the differential operator L[y] = y'' + y with boundary conditions y(0) = y(π) = 0.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17 Notes:</a:t>
            </a:r>
          </a:p>
          <a:p>
            <a:r>
              <a:t>- Allocated Marks: 5</a:t>
            </a:r>
          </a:p>
          <a:p>
            <a:r>
              <a:t>- Subject: Mathematics</a:t>
            </a:r>
          </a:p>
          <a:p>
            <a:r>
              <a:t>- Text: Compute the flux of F = (x, y, z) through the surface z = 1 - x² - y² for z ≥ 0.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18 Notes:</a:t>
            </a:r>
          </a:p>
          <a:p>
            <a:r>
              <a:t>- Allocated Marks: 5</a:t>
            </a:r>
          </a:p>
          <a:p>
            <a:r>
              <a:t>- Subject: Mathematics</a:t>
            </a:r>
          </a:p>
          <a:p>
            <a:r>
              <a:t>- Text: Solve the wave equation (∂² u / ∂ t²) = c² (∂² u / ∂ x²) with initial conditions u(x,0) = sin(π x/L) and (∂ u / ∂ t)(x,0) = 0.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19 Notes:</a:t>
            </a:r>
          </a:p>
          <a:p>
            <a:r>
              <a:t>- Allocated Marks: 5</a:t>
            </a:r>
          </a:p>
          <a:p>
            <a:r>
              <a:t>- Subject: Mathematics</a:t>
            </a:r>
          </a:p>
          <a:p>
            <a:r>
              <a:t>- Text: Find the general solution to the nonhomogeneous differential equation: y'' + y = tan x using variation of parameters.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20 Notes:</a:t>
            </a:r>
          </a:p>
          <a:p>
            <a:r>
              <a:t>- Allocated Marks: 5</a:t>
            </a:r>
          </a:p>
          <a:p>
            <a:r>
              <a:t>- Subject: Mathematics</a:t>
            </a:r>
          </a:p>
          <a:p>
            <a:r>
              <a:t>- Text: Compute the complex line integral ∮_C (e^z / z² + 1) dz where C is the circle |z| = 2 traversed counterclockwise.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2926080" cy="438912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ADVANCED CALCULUS &amp; DIFFERENTIAL EQUATIONS</a:t>
            </a:r>
          </a:p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Official University / Board Level Comprehensive Examination Paper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3328416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75569"/>
                </a:solidFill>
                <a:latin typeface="Arial"/>
              </a:defRPr>
            </a:pPr>
            <a:r>
              <a:t>🏆  Total Max Marks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100 Marks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3246120"/>
            <a:ext cx="3328416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75569"/>
                </a:solidFill>
                <a:latin typeface="Arial"/>
              </a:defRPr>
            </a:pPr>
            <a:r>
              <a:t>📝  Question Count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20 Problems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3246120"/>
            <a:ext cx="3328416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75569"/>
                </a:solidFill>
                <a:latin typeface="Arial"/>
              </a:defRPr>
            </a:pPr>
            <a:r>
              <a:t>⏱️  Duration / Time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3 Hours (180 Mins)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698480" cy="1645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📋 CANDIDATE GENERAL INSTRUCTIONS: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1. All questions are compulsory unless specified otherwise. Marks are indicated against each question.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2. For mathematical &amp; scientific problems, show complete step-by-step derivations, calculations, and state appropriate units.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3. For humanities &amp; history questions, provide structured source analysis, contextual evidence, and critical reasoning.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4. Neat, labeled diagrams and plots must be provided wherever asked.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Advanced Calculus &amp; Differential Equations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 of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Exam Blueprint &amp; Questions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10698480" cy="9217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217920"/>
                <a:gridCol w="1645920"/>
                <a:gridCol w="146304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Question #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Topic / Problem Focus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Allocated Marks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Visual Diagram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Find the general solution to the first-order linear differential equation: (dy / dx) + 2xy...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5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Compute the directional derivative of f(x,y,z) = x² y + y² z at point (1,2,3) in the direc...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5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Yes (Matplotlib)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Solve the exact differential equation: (2xy + y³)dx + (x² + 3xy²)dy = 0.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5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Find the critical points of f(x,y) = x³ + y³ - 3xy and classify them as maxima, minima or ...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5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Compute the line integral ∫_C (x² + y²)ds where C is the right half of the unit circle x² 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5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Solve the Bernoulli equation: (dy / dx) + (y / x) = x² y³.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5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Find the Fourier series representation of f(x) = x on the interval -π &lt; x &lt; π.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5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Compute the surface integral ∬_S (x² + y²)dS where S is the surface z = √(x² + y²) for 0 ≤...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5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Solve the initial value problem: y'' + 4y' + 4y = e^{-2x}, y(0) = 1, y'(0) = 0.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5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Find the general solution to the system of differential equations: (dx / dt) = 2x + y, (dy...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5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Compute the divergence and curl of the vector field F = (x² y, y² z, z² x).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5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Solve the partial differential equation: (∂ u / ∂ t) = k (∂² u / ∂ x²) with boundary condi...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5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Find the Laplace transform of f(t) = t² sin(3t).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5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Compute the volume integral ∭_V (x² + y² + z²) dV where V is the unit sphere x² + y² + z² ...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5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Solve the Cauchy-Euler equation: x² y'' - 3xy' + 4y = 0.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5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Find the Green's function for the differential operator L[y] = y'' + y with boundary condi...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5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Compute the flux of F = (x, y, z) through the surface z = 1 - x² - y² for z ≥ 0.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5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Yes (Matplotlib)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18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Solve the wave equation (∂² u / ∂ t²) = c² (∂² u / ∂ x²) with initial conditions u(x,0) = ...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5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Find the general solution to the nonhomogeneous differential equation: y'' + y = tan x usi...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5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Compute the complex line integral ∮_C (e^z / z² + 1) dz where C is the circle |z| = 2 trav...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5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Advanced Calculus &amp; Differential Equations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2 of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1  [5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Find the general solution to the first-order linear differential equation: (dy / dx) + 2xy = x e^{-x²}.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Advanced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3 of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2  [5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621792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40AF"/>
                </a:solidFill>
                <a:latin typeface="Arial"/>
              </a:defRPr>
            </a:pPr>
            <a:r>
              <a:t>PROBLEM STATEMENT:</a:t>
            </a:r>
          </a:p>
          <a:p>
            <a:pPr>
              <a:defRPr sz="1400">
                <a:solidFill>
                  <a:srgbClr val="0F172A"/>
                </a:solidFill>
                <a:latin typeface="Arial"/>
              </a:defRPr>
            </a:pPr>
            <a:r>
              <a:t>Compute the directional derivative of f(x,y,z) = x² y + y² z at point (1,2,3) in the direction of v = (1,1,1).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325880"/>
            <a:ext cx="42062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lot_892366fc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508760"/>
            <a:ext cx="3840480" cy="38672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562356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475569"/>
                </a:solidFill>
                <a:latin typeface="Arial"/>
              </a:defRPr>
            </a:pPr>
            <a:r>
              <a:t>Figure 2: Scientific Plot / Diagram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Advanced Calculus &amp; Differential Equations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4 of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3  [5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Solve the exact differential equation: (2xy + y³)dx + (x² + 3xy²)dy = 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Advanced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5 of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4  [5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Find the critical points of f(x,y) = x³ + y³ - 3xy and classify them as maxima, minima or saddle 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Advanced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6 of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5  [5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Compute the line integral ∫_C (x² + y²)ds where C is the right half of the unit circle x² + y² = 1 traversed counterclockwise.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Advanced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7 of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6  [5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Solve the Bernoulli equation: (dy / dx) + (y / x) = x² y³.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Advanced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8 of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7  [5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Find the Fourier series representation of f(x) = x on the interval -π &lt; x &lt; 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Advanced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9 of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8  [5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Compute the surface integral ∬_S (x² + y²)dS where S is the surface z = √(x² + y²) for 0 ≤ z ≤ 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Advanced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10 of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9  [5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Solve the initial value problem: y'' + 4y' + 4y = e^{-2x}, y(0) = 1, y'(0) = 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Advanced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11 of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10  [5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Find the general solution to the system of differential equations: (dx / dt) = 2x + y, (dy / dt) = -x + 4y.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Advanced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12 of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11  [5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Compute the divergence and curl of the vector field F = (x² y, y² z, z² x).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Advanced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13 of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12  [5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Solve the partial differential equation: (∂ u / ∂ t) = k (∂² u / ∂ x²) with boundary conditions u(0,t) = u(L,t) = 0 and initial condition u(x,0) = f(x).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Advanced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14 of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13  [5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Find the Laplace transform of f(t) = t² sin(3t).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Advanced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15 of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14  [5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Compute the volume integral ∭_V (x² + y² + z²) dV where V is the unit sphere x² + y² + z² ≤ 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Advanced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16 of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15  [5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Solve the Cauchy-Euler equation: x² y'' - 3xy' + 4y = 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Advanced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17 of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16  [5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Find the Green's function for the differential operator L[y] = y'' + y with boundary conditions y(0) = y(π) = 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Advanced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18 of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17  [5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621792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40AF"/>
                </a:solidFill>
                <a:latin typeface="Arial"/>
              </a:defRPr>
            </a:pPr>
            <a:r>
              <a:t>PROBLEM STATEMENT:</a:t>
            </a:r>
          </a:p>
          <a:p>
            <a:pPr>
              <a:defRPr sz="1400">
                <a:solidFill>
                  <a:srgbClr val="0F172A"/>
                </a:solidFill>
                <a:latin typeface="Arial"/>
              </a:defRPr>
            </a:pPr>
            <a:r>
              <a:t>Compute the flux of F = (x, y, z) through the surface z = 1 - x² - y² for z ≥ 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325880"/>
            <a:ext cx="42062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lot_1ce162de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508760"/>
            <a:ext cx="3840480" cy="39053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562356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475569"/>
                </a:solidFill>
                <a:latin typeface="Arial"/>
              </a:defRPr>
            </a:pPr>
            <a:r>
              <a:t>Figure 17: Scientific Plot / Diagram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Advanced Calculus &amp; Differential Equations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19 of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18  [5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Solve the wave equation (∂² u / ∂ t²) = c² (∂² u / ∂ x²) with initial conditions u(x,0) = sin(π x/L) and (∂ u / ∂ t)(x,0) = 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Advanced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20 of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19  [5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Find the general solution to the nonhomogeneous differential equation: y'' + y = tan x using variation of parameters.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Advanced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21 of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20  [5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Compute the complex line integral ∮_C (e^z / z² + 1) dz where C is the circle |z| = 2 traversed counterclockwise.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Advanced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22 of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Examiner Marking Scheme &amp; Rubric Guidelines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GRADING RUBRIC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  <a:latin typeface="Arial"/>
              </a:defRPr>
            </a:pPr>
            <a:r>
              <a:t>STANDARDIZED EVALUATION CHECKLIST &amp; MARK DISTRIBUTION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Conceptual Understanding &amp; Formulation (30%)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Correct identification of applicable theorems, formulas, historical events, or core principles.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Methodological Execution &amp; Working Steps (40%)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Logical sequence of derivations, intermediate algebraic steps, balanced chemical reactions, or source analysis.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Accuracy &amp; Final Solution (20%)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Precise numerical results, correct physical units, or coherent synthesis of concluding arguments.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Diagrams, Notation &amp; Presentation (10%)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Neatness, accurate diagram labeling, standard mathematical/scientific notation, and clarity.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Advanced Calculus &amp; Differential Equations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23 of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