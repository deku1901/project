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Evaluate the line integral ∮_C (x² y dx + x y² dy) along the closed curve C enclosing region R. State and verify Green's Theorem ∬_R ((∂ N / ∂ x) - (∂ M / ∂ y)) dA.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2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Evaluate the primary causes of the Indian Revolt of 1857. Analyze: (a) The Doctrine of Lapse, (b) Socio-religious anxieties, and (c) Immediate military triggers.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3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For an underdamped harmonic oscillator m(d^2x / dt²) + b(dx / dt) + kx = 0, derive the general solution x(t) = A e^{-γ t} cos(ω t + φ) and find the damping ratio.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926080" cy="43891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MULTIVARIABLE CALCULUS &amp; HISTORY OF MODERN INDIA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Official University / Board Level Comprehensive Examination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🏆  Total Max Marks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75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📝  Question Count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⏱️  Duration / Time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Hours (180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📋 CANDIDATE GENERAL INSTRUCTIONS: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1. All questions are compulsory unless specified otherwise. Marks are indicated against each question.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2. For mathematical &amp; scientific problems, show complete step-by-step derivations, calculations, and state appropriate units.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3. For humanities &amp; history questions, provide structured source analysis, contextual evidence, and critical reasoning.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4. Neat, labeled diagrams and plots must be provided wherever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Multivariable Calculus &amp; History of Modern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 Blueprint &amp; Questions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217920"/>
                <a:gridCol w="164592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 / Problem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Allocated 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Visual Diagram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Evaluate the line integral ∮_C (x² y dx + x y² dy) along the closed curve C enclosing regi...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Evaluate the primary causes of the Indian Revolt of 1857. Analyze: (a) The Doctrine of Lap...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For an underdamped harmonic oscillator m(d^2x / dt²) + b(dx / dt) + kx = 0, derive the gen...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Multivariable Calculus &amp; History of Modern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Evaluate the line integral ∮_C (x² y dx + x y² dy) along the closed curve C enclosing region R. State and verify Green's Theorem ∬_R ((∂ N / ∂ x) - (∂ M / ∂ y)) 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Multivariable Calculus &amp; History of Modern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2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Evaluate the primary causes of the Indian Revolt of 1857. Analyze: (a) The Doctrine of Lapse, (b) Socio-religious anxieties, and (c) Immediate military triggers.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Multivariable Calculus &amp; History of Modern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3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For an underdamped harmonic oscillator m(d^2x / dt²) + b(dx / dt) + kx = 0, derive the general solution x(t) = A e^{-γ t} cos(ω t + φ) and find the damping ratio.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Multivariable Calculus &amp; History of Modern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Examiner Marking Scheme &amp; Rubric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GRADING RUBRIC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STANDARDIZED EVALUATION CHECKLIST &amp; MARK DISTRIBUTION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Conceptual Understanding &amp; Formulation (30%)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Correct identification of applicable theorems, formulas, historical events, or core principles.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Methodological Execution &amp; Working Steps (40%)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Logical sequence of derivations, intermediate algebraic steps, balanced chemical reactions, or source analysis.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Accuracy &amp; Final Solution (20%)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Precise numerical results, correct physical units, or coherent synthesis of concluding arguments.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Diagrams, Notation &amp; Presentation (10%)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Neatness, accurate diagram labeling, standard mathematical/scientific notation, and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Multivariable Calculus &amp; History of Modern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