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Let f(x,y) = x² sin(y) + y² cos(x). \ (a) Compute the gradient ∇ f(x,y). \ (b) Evaluate the gradient at the point P≤ft((π / 4),(π / 3)). \ (c) Find the directional derivative of f at P in the direction of the vector v = (2,1). \ (d) Hence, determine the unit vector in the direction of maximum increase of f at P and the maximum rate of change.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Solve the first-order linear differential equation \ (dy / dx) + y tan x = sin(2x), y(0)=1. \ (a) Find the integrating factor. \ (b) Obtain the general solution. \ (c) Apply the initial condition to determine the particular solution. \ (d) Sketch the solution curve on the interval [0,π/2).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Consider the second‑order homogeneous differential equation \ y'' + 4y' + 13y = 0, y(0)=2,\ y'(0)=0. \ (a) Write the characteristic equation and find its roots. \ (b) Write the general solution in terms of real functions. \ (c) Apply the initial conditions to obtain the unique solution. \ (d) Describe the behaviour of the solution as t→∞ and sketch the graph for t∈[0,5].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CALCULUS AND DIFFERENTIAL EQUATIONS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75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Let f(x,y) = x² sin(y) + y² cos(x). \ (a) Compute the gradient ∇ f(x,y). \ (b) Evaluate th...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first-order linear differential equation \ (dy / dx) + y tan x = sin(2x), y(0)=1...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Consider the second‑order homogeneous differential equation \ y'' + 4y' + 13y = 0, y(0)=2,...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350">
                <a:solidFill>
                  <a:srgbClr val="0F172A"/>
                </a:solidFill>
                <a:latin typeface="Arial"/>
              </a:defRPr>
            </a:pPr>
            <a:r>
              <a:t>Let f(x,y) = x² sin(y) + y² cos(x). \ (a) Compute the gradient ∇ f(x,y). \ (b) Evaluate the gradient at the point P≤ft((π / 4),(π / 3)). \ (c) Find the directional derivative of f at P in the direction of the vector v = (2,1). \ (d) Hence, determine the unit vector in the direction of maximum increase of f at P and the maximum rate of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first-order linear differential equation \ (dy / dx) + y tan x = sin(2x), y(0)=1. \ (a) Find the integrating factor. \ (b) Obtain the general solution. \ (c) Apply the initial condition to determine the particular solution. \ (d) Sketch the solution curve on the interval [0,π/2).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350">
                <a:solidFill>
                  <a:srgbClr val="0F172A"/>
                </a:solidFill>
                <a:latin typeface="Arial"/>
              </a:defRPr>
            </a:pPr>
            <a:r>
              <a:t>Consider the second‑order homogeneous differential equation \ y'' + 4y' + 13y = 0, y(0)=2,\ y'(0)=0. \ (a) Write the characteristic equation and find its roots. \ (b) Write the general solution in terms of real functions. \ (c) Apply the initial conditions to obtain the unique solution. \ (d) Describe the behaviour of the solution as t→∞ and sketch the graph for t∈[0,5].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